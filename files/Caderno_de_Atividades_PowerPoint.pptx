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DE CAPACITAÇÃO · PACOTE OFFICE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Caderno de Atividades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PowerPoint — Slides que Comunicam</a:t>
            </a:r>
            <a:endParaRPr lang="en-US" sz="2000" dirty="0"/>
          </a:p>
        </p:txBody>
      </p:sp>
      <p:pic>
        <p:nvPicPr>
          <p:cNvPr id="5" name="Image 0" descr="icon-ac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475488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atividades práticas · direto no PowerPoint de verdade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usar este arquivo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241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este arquivo no PowerPoint de verdade (computador ou PowerPoint Online).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slide a seguir é uma atividade — role/avance na ordem, de 1 a 10.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área com borda laranja é onde a mão vai à obra: é ali (ou no slide seguinte) que você pratica.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erro grave aqui — Ctrl+Z sempre desfaz. Explore e teste os menus.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fim, o Desafio Final pede pra você reordenar os slides e apresentar de verdade (F5).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BEADA"/>
          </a:solidFill>
          <a:ln w="19050">
            <a:solidFill>
              <a:srgbClr val="D266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8006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as abas do PowerPoint (Página Inicial, Inserir, Design, Transições, Animações) ficam no topo da tela. 90% das atividades pedem pra você abrir uma dessas.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-ac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530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00200" y="822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título de capa que comunica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texto ao lado, dentro da área de prática, e troque pelo título "Inovação Corporativa".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slide define o tom de tudo que vem depois — é o que a plateia vê antes de você falar qualquer palavra.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BEADA"/>
          </a:solidFill>
          <a:ln w="12700">
            <a:solidFill>
              <a:srgbClr val="F0D9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no PowerPoint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texto → selecione tudo (Ctrl+A) → digite o novo título.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5778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25400">
            <a:solidFill>
              <a:srgbClr val="D2660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764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VOCÊ PRATICA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17920" y="36118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 da Empresa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217920" y="4251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aqui e digite por cima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-ac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530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00200" y="822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Adicionar um novo slide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deste, crie um slide novo em branco — e escreva nele "Nossos Valores" como título.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apresentação raramente cabe num slide só. Saber adicionar slides rapidamente é o gesto mais repetido no PowerPoint.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BEADA"/>
          </a:solidFill>
          <a:ln w="12700">
            <a:solidFill>
              <a:srgbClr val="F0D9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no PowerPoint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Página Inicial → Novo Slide (ou Ctrl+M) → escolha o layout "Título e Conteúdo".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5778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25400">
            <a:solidFill>
              <a:srgbClr val="D2660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764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VOCÊ PRATICA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0" y="3337560"/>
            <a:ext cx="2926080" cy="1737360"/>
          </a:xfrm>
          <a:prstGeom prst="rect">
            <a:avLst/>
          </a:prstGeom>
          <a:solidFill>
            <a:srgbClr val="F4F4F0"/>
          </a:solidFill>
          <a:ln w="12700">
            <a:solidFill>
              <a:srgbClr val="D9D6C7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7315200" y="33375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D9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621792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slide aqui, logo após este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-ac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530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00200" y="822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Inserir uma forma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Insira DOIS retângulos de cantos arredondados na área de prática: um com o texto "Missão" e outro com o texto "Visão".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ajudam a agrupar uma ideia visualmente — em vez de só texto solto, você cria um bloco que o olho reconhece. Repetir a ação mostra que ela funciona igual da segunda vez em diante.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BEADA"/>
          </a:solidFill>
          <a:ln w="12700">
            <a:solidFill>
              <a:srgbClr val="F0D9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no PowerPoint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Inserir → Formas → Retângulo de Cantos Arredondados → desenhe e digite dentro. Repita para a segunda forma.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5778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25400">
            <a:solidFill>
              <a:srgbClr val="D2660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764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VOCÊ PRATICA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17920" y="3794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espaço em branco — insira suas duas formas aqui 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-ac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530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00200" y="822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Inserir um ícone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Insira um ícone que represente "crescimento" (ex.: um gráfico ou uma seta para cima) na área de prática.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PowerPoint tem uma biblioteca de ícones prontos — um ícone bem escolhido comunica mais rápido que uma frase inteira.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BEADA"/>
          </a:solidFill>
          <a:ln w="12700">
            <a:solidFill>
              <a:srgbClr val="F0D9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no PowerPoint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Inserir → Ícones → pesquise "crescimento" ou "gráfico" → Inserir.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5778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25400">
            <a:solidFill>
              <a:srgbClr val="D2660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764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VOCÊ PRATICA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17920" y="3794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espaço em branco — insira seu ícone aqui 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-ac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530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00200" y="822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um tema de cores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qualquer Tema de Design a esta apresentação inteira e repare como todos os slides mudam de uma vez.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tema aplica uma paleta inteira de cores e fontes de uma só vez, mantendo a apresentação visualmente consistente.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BEADA"/>
          </a:solidFill>
          <a:ln w="12700">
            <a:solidFill>
              <a:srgbClr val="F0D9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no PowerPoint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Design → galeria de Temas → clique em qualquer um.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5778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25400">
            <a:solidFill>
              <a:srgbClr val="D2660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764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VOCÊ PRATICA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342900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2954E5"/>
          </a:solidFill>
          <a:ln/>
        </p:spPr>
      </p:sp>
      <p:sp>
        <p:nvSpPr>
          <p:cNvPr id="12" name="Shape 9"/>
          <p:cNvSpPr/>
          <p:nvPr/>
        </p:nvSpPr>
        <p:spPr>
          <a:xfrm>
            <a:off x="7452360" y="342900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0F7A52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0" y="342900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D2660E"/>
          </a:solidFill>
          <a:ln/>
        </p:spPr>
      </p:sp>
      <p:sp>
        <p:nvSpPr>
          <p:cNvPr id="14" name="Shape 11"/>
          <p:cNvSpPr/>
          <p:nvPr/>
        </p:nvSpPr>
        <p:spPr>
          <a:xfrm>
            <a:off x="9921240" y="342900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4A2FD6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4709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tema troca este tipo de paleta em todos os slides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-act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530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00200" y="822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Animar um elemento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a caixa "Fase 1: Mapeamento" ao lado e aplique uma animação de entrada, como "Aparecer" ou "Surgir".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Animações revelam informação aos poucos em vez de jogar tudo de uma vez — ajuda a manter a atenção durante a fala.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BEADA"/>
          </a:solidFill>
          <a:ln w="12700">
            <a:solidFill>
              <a:srgbClr val="F0D9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no PowerPoint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o objeto → aba Animações → escolha "Aparecer" na galeria.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5778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25400">
            <a:solidFill>
              <a:srgbClr val="D2660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764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VOCÊ PRATICA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66560" y="35204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BEADA"/>
          </a:solidFill>
          <a:ln w="12700">
            <a:solidFill>
              <a:srgbClr val="D2660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35204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Mapeamento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-act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530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7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00200" y="822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uma transição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uma transição (ex.: Esmaecer ou Cubo) neste slide e veja o efeito ao passar para o próximo.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 suavizam a troca entre slides — usadas com moderação, dão um acabamento profissional à apresentação.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BEADA"/>
          </a:solidFill>
          <a:ln w="12700">
            <a:solidFill>
              <a:srgbClr val="F0D9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no PowerPoint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Transições → escolha um efeito na galeria → ajuste a duração se quiser.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5778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25400">
            <a:solidFill>
              <a:srgbClr val="D2660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764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VOCÊ PRATICA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17920" y="28803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B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6217920" y="40690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efeito aparece ao trocar de slide — não dá pra ver parado numa imagem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-act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530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8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00200" y="822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Inserir uma tabela de dados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Insira uma tabela de 3 colunas por 3 linhas na área de prática e preencha com números de exemplo.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ficam mais legíveis em tabela do que soltos no texto — o público entende de relance.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BEADA"/>
          </a:solidFill>
          <a:ln w="12700">
            <a:solidFill>
              <a:srgbClr val="F0D9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no PowerPoint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Inserir → Tabela → arraste para escolher 3x3.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5778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25400">
            <a:solidFill>
              <a:srgbClr val="D2660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764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VOCÊ PRATICA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17920" y="3794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espaço em branco — insira sua tabela aqui ]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-act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530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9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00200" y="822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Organizar tópicos em lista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as três linhas ao lado e transforme-as em lista com marcadores.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de texto longos cansam o público — uma lista organiza o olhar e facilita acompanhar a fala.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BEADA"/>
          </a:solidFill>
          <a:ln w="12700">
            <a:solidFill>
              <a:srgbClr val="F0D9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no PowerPoint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o texto → aba Página Inicial → Marcadores.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5778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25400">
            <a:solidFill>
              <a:srgbClr val="D2660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764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VOCÊ PRATICA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92240" y="33375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competitivo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24 horas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rápida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-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530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FINAL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00200" y="822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 de Vendas: reordenar e apresentar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 até o painel de slides à esquerda da tela. Arraste este slide para ser o segundo da apresentação (logo após a capa). Depois, pressione F5 e apresente do começo ao fim.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dos slides conta a história — e apresentar de verdade (não só editar) é a etapa final de qualquer trabalho em PowerPoint.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BEADA"/>
          </a:solidFill>
          <a:ln w="12700">
            <a:solidFill>
              <a:srgbClr val="F0D9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no PowerPoint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slides à esquerda → arraste para reordenar → F5 para apresentar → Esc para sair.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5778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25400">
            <a:solidFill>
              <a:srgbClr val="D2660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764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26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VOCÊ PRATICA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17920" y="29718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6492240" y="42519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 por concluir o caderno de PowerPoint!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A3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sabe criar, formatar e apresentar do zero.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-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0584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017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Fim do Caderno de Atividades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37947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 e PowerPoint não têm mais segredo para o básico do dia a dia.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2026-09-20T19:31:01Z</dcterms:created>
  <dcterms:modified xsi:type="dcterms:W3CDTF">2026-09-20T19:31:01Z</dcterms:modified>
</cp:coreProperties>
</file>